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通用连续学习方法链复验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固定预算口径下的通用 pipeline</a:t>
            </a:r>
          </a:p>
          <a:p>
            <a:pPr>
              <a:defRPr sz="2200"/>
            </a:pPr>
            <a:r>
              <a:t>目标：只保留适用于所有 task 的通用 continual 方法</a:t>
            </a:r>
          </a:p>
          <a:p>
            <a:pPr>
              <a:defRPr sz="2200"/>
            </a:pPr>
            <a:r>
              <a:t>统一标准：stage_epochs = 10,12,12；screen = 1 seed</a:t>
            </a:r>
          </a:p>
          <a:p>
            <a:pPr>
              <a:defRPr sz="2200"/>
            </a:pPr>
            <a:r>
              <a:t>从最原始 iCaRL（去掉 contrastive）开始逐步加方法</a:t>
            </a:r>
          </a:p>
          <a:p>
            <a:pPr>
              <a:defRPr sz="2200"/>
            </a:pPr>
            <a:r>
              <a:t>不使用 stage-specific prototype 修补或 asymmetric BCE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为什么要单独做这条链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之前更强的主线包含 stage2/stage3 条件性设计，虽然有效，但不够通用。</a:t>
            </a:r>
          </a:p>
          <a:p>
            <a:pPr>
              <a:defRPr sz="2200"/>
            </a:pPr>
            <a:r>
              <a:t>这次的目标不是追最高分，而是确认哪些组件能被写成“对所有 task 都适用”的方法。</a:t>
            </a:r>
          </a:p>
          <a:p>
            <a:pPr>
              <a:defRPr sz="2200"/>
            </a:pPr>
            <a:r>
              <a:t>因此本轮更关注方法的普适性和可解释性，而不是最终最优分数。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方法链步骤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gen00：原始 iCaRL（去掉 contrastive）</a:t>
            </a:r>
          </a:p>
          <a:p>
            <a:pPr>
              <a:defRPr sz="2200"/>
            </a:pPr>
            <a:r>
              <a:t>gen01：+ task adapter dim=16，从 stage1 开始</a:t>
            </a:r>
          </a:p>
          <a:p>
            <a:pPr>
              <a:defRPr sz="2200"/>
            </a:pPr>
            <a:r>
              <a:t>gen02：+ stage_epochs = 10,12,12</a:t>
            </a:r>
          </a:p>
          <a:p>
            <a:pPr>
              <a:defRPr sz="2200"/>
            </a:pPr>
            <a:r>
              <a:t>gen03：+ oldweight = 3.125</a:t>
            </a:r>
          </a:p>
          <a:p>
            <a:pPr>
              <a:defRPr sz="2200"/>
            </a:pPr>
            <a:r>
              <a:t>gen04：+ normalized NME</a:t>
            </a:r>
          </a:p>
          <a:p>
            <a:pPr>
              <a:defRPr sz="2200"/>
            </a:pPr>
            <a:r>
              <a:t>gen05：+ LwF</a:t>
            </a:r>
          </a:p>
          <a:p>
            <a:pPr>
              <a:defRPr sz="2200"/>
            </a:pPr>
            <a:r>
              <a:t>gen06：+ task affine，从 stage1 开始</a:t>
            </a:r>
          </a:p>
          <a:p>
            <a:pPr>
              <a:defRPr sz="2200"/>
            </a:pPr>
            <a:r>
              <a:t>gen07：+ hybrid NME + logits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结果总览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gen00: 84.72 / 56.48 / 43.29</a:t>
            </a:r>
          </a:p>
          <a:p>
            <a:pPr>
              <a:defRPr sz="2200"/>
            </a:pPr>
            <a:r>
              <a:t>gen01: 85.42 / 57.64 / 39.89</a:t>
            </a:r>
          </a:p>
          <a:p>
            <a:pPr>
              <a:defRPr sz="2200"/>
            </a:pPr>
            <a:r>
              <a:t>gen02: 85.42 / 57.79 / 39.20</a:t>
            </a:r>
          </a:p>
          <a:p>
            <a:pPr>
              <a:defRPr sz="2200"/>
            </a:pPr>
            <a:r>
              <a:t>gen03: 85.42 / 53.70 / 39.93</a:t>
            </a:r>
          </a:p>
          <a:p>
            <a:pPr>
              <a:defRPr sz="2200"/>
            </a:pPr>
            <a:r>
              <a:t>gen04: 85.42 / 54.86 / 45.22</a:t>
            </a:r>
          </a:p>
          <a:p>
            <a:pPr>
              <a:defRPr sz="2200"/>
            </a:pPr>
            <a:r>
              <a:t>gen05: 85.42 / 54.63 / 46.76</a:t>
            </a:r>
          </a:p>
          <a:p>
            <a:pPr>
              <a:defRPr sz="2200"/>
            </a:pPr>
            <a:r>
              <a:t>gen06: 84.49 / 55.86 / 43.09</a:t>
            </a:r>
          </a:p>
          <a:p>
            <a:pPr>
              <a:defRPr sz="2200"/>
            </a:pPr>
            <a:r>
              <a:t>gen07: 84.49 / 56.40 / 43.33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前半段结论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adapter16 from stage1 不是通用增益项，task3 明显变差。</a:t>
            </a:r>
          </a:p>
          <a:p>
            <a:pPr>
              <a:defRPr sz="2200"/>
            </a:pPr>
            <a:r>
              <a:t>单独把训练预算改成 10,12,12 不能修复这个问题。</a:t>
            </a:r>
          </a:p>
          <a:p>
            <a:pPr>
              <a:defRPr sz="2200"/>
            </a:pPr>
            <a:r>
              <a:t>全局 oldweight=3.125 也不适合作为通用组件，task2/task3 一起受损。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为什么 normNME 成立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gen04 把 task3 从 39.93 拉回到 45.22。</a:t>
            </a:r>
          </a:p>
          <a:p>
            <a:pPr>
              <a:defRPr sz="2200"/>
            </a:pPr>
            <a:r>
              <a:t>它不是阶段性 trick，而是统一修 prototype classifier 的几何。</a:t>
            </a:r>
          </a:p>
          <a:p>
            <a:pPr>
              <a:defRPr sz="2200"/>
            </a:pPr>
            <a:r>
              <a:t>因此它最适合被保留为“通用 continual classifier improvement”。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为什么 LwF 仍然值得保留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gen05 把 task3 进一步从 45.22 拉到 46.76。</a:t>
            </a:r>
          </a:p>
          <a:p>
            <a:pPr>
              <a:defRPr sz="2200"/>
            </a:pPr>
            <a:r>
              <a:t>虽然 task2 没继续涨，但总体 score 仍然提高。</a:t>
            </a:r>
          </a:p>
          <a:p>
            <a:pPr>
              <a:defRPr sz="2200"/>
            </a:pPr>
            <a:r>
              <a:t>说明 LwF 在这条严格通用链里依旧是有效的旧知识保持机制。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为什么 affine 和 hybrid 没成立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gen06 affineall: 84.49 / 55.86 / 43.09</a:t>
            </a:r>
          </a:p>
          <a:p>
            <a:pPr>
              <a:defRPr sz="2200"/>
            </a:pPr>
            <a:r>
              <a:t>gen07 hybridall: 84.49 / 56.40 / 43.33</a:t>
            </a:r>
          </a:p>
          <a:p>
            <a:pPr>
              <a:defRPr sz="2200"/>
            </a:pPr>
            <a:r>
              <a:t>这说明它们不能机械地从 stage1/早期统一启用。</a:t>
            </a:r>
          </a:p>
          <a:p>
            <a:pPr>
              <a:defRPr sz="2200"/>
            </a:pPr>
            <a:r>
              <a:t>更准确的定位应当是：条件性有效，而不是通用主线组件。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通用链最终保留什么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去掉 contrastive</a:t>
            </a:r>
          </a:p>
          <a:p>
            <a:pPr>
              <a:defRPr sz="2200"/>
            </a:pPr>
            <a:r>
              <a:t>normalized NME</a:t>
            </a:r>
          </a:p>
          <a:p>
            <a:pPr>
              <a:defRPr sz="2200"/>
            </a:pPr>
            <a:r>
              <a:t>LwF</a:t>
            </a:r>
          </a:p>
          <a:p>
            <a:pPr>
              <a:defRPr sz="2200"/>
            </a:pPr>
            <a:r>
              <a:t>这三项是本轮最稳、最适合写成通用 continual 方法的核心。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和当前更强主线的关系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更强 fixed-budget 主线：s2ace00_ptblendnew02_stage101212_confirm</a:t>
            </a:r>
          </a:p>
          <a:p>
            <a:pPr>
              <a:defRPr sz="2200"/>
            </a:pPr>
            <a:r>
              <a:t>结果：84.18 / 60.70 / 49.40</a:t>
            </a:r>
          </a:p>
          <a:p>
            <a:pPr>
              <a:defRPr sz="2200"/>
            </a:pPr>
            <a:r>
              <a:t>它更强，但包含明显更具阶段性的设计。</a:t>
            </a:r>
          </a:p>
          <a:p>
            <a:pPr>
              <a:defRPr sz="2200"/>
            </a:pPr>
            <a:r>
              <a:t>因此论文里可以分层叙述：先讲通用方法链，再讲场景增强版主线。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推荐写法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34440"/>
            <a:ext cx="106070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/>
            </a:pPr>
            <a:r>
              <a:t>基础 pipeline：no contrastive -&gt; normNME -&gt; LwF</a:t>
            </a:r>
          </a:p>
          <a:p>
            <a:pPr>
              <a:defRPr sz="2200"/>
            </a:pPr>
            <a:r>
              <a:t>说明 adapter/affine/hybrid 在“全任务统一启用”的严格标准下没有成立。</a:t>
            </a:r>
          </a:p>
          <a:p>
            <a:pPr>
              <a:defRPr sz="2200"/>
            </a:pPr>
            <a:r>
              <a:t>增强版方法再单独介绍：为什么需要 stage2-focused 机制。</a:t>
            </a:r>
          </a:p>
          <a:p>
            <a:pPr>
              <a:defRPr sz="2200"/>
            </a:pPr>
            <a:r>
              <a:t>这样方法故事会更清晰，也更符合你的论文目标。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
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通用方法链复验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更合理底座：no contrastive + memory=36 + replaymix2</a:t>
            </a:r>
          </a:p>
          <a:p>
            <a:pPr>
              <a:defRPr sz="2200"/>
            </a:pPr>
            <a:r>
              <a:t>纠正上一版错误底座：这次从 mem36 + replaymix2 出发</a:t>
            </a:r>
          </a:p>
          <a:p>
            <a:pPr>
              <a:defRPr sz="2200"/>
            </a:pPr>
            <a:r>
              <a:t>统一目标：只看全 task 通用组件，不用 stage-specific trick</a:t>
            </a:r>
          </a:p>
          <a:p>
            <a:pPr>
              <a:defRPr sz="2200"/>
            </a:pPr>
            <a:r>
              <a:t>方法链仍按固定预算逐步叠加，但起点更合理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为什么要重跑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上一版通用链错误地从 mem24 + 无 replaymix 出发。</a:t>
            </a:r>
          </a:p>
          <a:p>
            <a:pPr>
              <a:defRPr sz="2200"/>
            </a:pPr>
            <a:r>
              <a:t>这会把很多本来依赖更合理 replay 底座的方法误判为无效。</a:t>
            </a:r>
          </a:p>
          <a:p>
            <a:pPr>
              <a:defRPr sz="2200"/>
            </a:pPr>
            <a:r>
              <a:t>因此必须从更接近真实强基线的底座重新做一遍链式验证。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方法链步骤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ugen00：更合理底座（no contrastive + mem36 + replaymix2）</a:t>
            </a:r>
          </a:p>
          <a:p>
            <a:pPr>
              <a:defRPr sz="2200"/>
            </a:pPr>
            <a:r>
              <a:t>ugen01：+ task adapter dim=16，从 stage1 开始</a:t>
            </a:r>
          </a:p>
          <a:p>
            <a:pPr>
              <a:defRPr sz="2200"/>
            </a:pPr>
            <a:r>
              <a:t>ugen02：+ stage_epochs = 10,12,12</a:t>
            </a:r>
          </a:p>
          <a:p>
            <a:pPr>
              <a:defRPr sz="2200"/>
            </a:pPr>
            <a:r>
              <a:t>ugen03：+ oldweight = 3.125</a:t>
            </a:r>
          </a:p>
          <a:p>
            <a:pPr>
              <a:defRPr sz="2200"/>
            </a:pPr>
            <a:r>
              <a:t>ugen04：+ normalized NME</a:t>
            </a:r>
          </a:p>
          <a:p>
            <a:pPr>
              <a:defRPr sz="2200"/>
            </a:pPr>
            <a:r>
              <a:t>ugen05：+ LwF(0.175, T=1.5)</a:t>
            </a:r>
          </a:p>
          <a:p>
            <a:pPr>
              <a:defRPr sz="2200"/>
            </a:pPr>
            <a:r>
              <a:t>ugen06：+ task affine，从 stage1 开始</a:t>
            </a:r>
          </a:p>
          <a:p>
            <a:pPr>
              <a:defRPr sz="2200"/>
            </a:pPr>
            <a:r>
              <a:t>ugen07：+ hybrid NME+logits，统一早期开启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结果总览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ugen00: 84.95 / 57.56 / 42.71</a:t>
            </a:r>
          </a:p>
          <a:p>
            <a:pPr>
              <a:defRPr sz="2200"/>
            </a:pPr>
            <a:r>
              <a:t>ugen01: 85.42 / 57.48 / 42.59</a:t>
            </a:r>
          </a:p>
          <a:p>
            <a:pPr>
              <a:defRPr sz="2200"/>
            </a:pPr>
            <a:r>
              <a:t>ugen02: 85.42 / 60.19 / 41.47</a:t>
            </a:r>
          </a:p>
          <a:p>
            <a:pPr>
              <a:defRPr sz="2200"/>
            </a:pPr>
            <a:r>
              <a:t>ugen03: 85.42 / 52.39 / 39.81</a:t>
            </a:r>
          </a:p>
          <a:p>
            <a:pPr>
              <a:defRPr sz="2200"/>
            </a:pPr>
            <a:r>
              <a:t>ugen04: 85.42 / 56.64 / 44.95</a:t>
            </a:r>
          </a:p>
          <a:p>
            <a:pPr>
              <a:defRPr sz="2200"/>
            </a:pPr>
            <a:r>
              <a:t>ugen05: 85.42 / 55.86 / 46.22</a:t>
            </a:r>
          </a:p>
          <a:p>
            <a:pPr>
              <a:defRPr sz="2200"/>
            </a:pPr>
            <a:r>
              <a:t>ugen06: 84.26 / 55.94 / 45.06</a:t>
            </a:r>
          </a:p>
          <a:p>
            <a:pPr>
              <a:defRPr sz="2200"/>
            </a:pPr>
            <a:r>
              <a:t>ugen07: 84.26 / 55.17 / 45.99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底座本身说明什么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仅仅把底座改成 mem36 + replaymix2，就比上一版错误链更接近真实场景。</a:t>
            </a:r>
          </a:p>
          <a:p>
            <a:pPr>
              <a:defRPr sz="2200"/>
            </a:pPr>
            <a:r>
              <a:t>ugen00 已经到 84.95 / 57.56 / 42.71。</a:t>
            </a:r>
          </a:p>
          <a:p>
            <a:pPr>
              <a:defRPr sz="2200"/>
            </a:pPr>
            <a:r>
              <a:t>这证明之前的大差距主要来自起点过弱，而不是方法链本身全都失效。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adapter 全开并不成立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ugen01 只有 task1 略升，task2/task3 没有真实改善。</a:t>
            </a:r>
          </a:p>
          <a:p>
            <a:pPr>
              <a:defRPr sz="2200"/>
            </a:pPr>
            <a:r>
              <a:t>说明 adapter16 从 stage1 全开，不是一个自然成立的全 task 通用组件。</a:t>
            </a:r>
          </a:p>
          <a:p>
            <a:pPr>
              <a:defRPr sz="2200"/>
            </a:pPr>
            <a:r>
              <a:t>它更像条件性有效的方法，需要更具体的上下文。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10,12,12 的作用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ugen02 把 task2 从 57.48 拉到 60.19。</a:t>
            </a:r>
          </a:p>
          <a:p>
            <a:pPr>
              <a:defRPr sz="2200"/>
            </a:pPr>
            <a:r>
              <a:t>说明更合理的阶段训练预算仍然是有效的通用设置。</a:t>
            </a:r>
          </a:p>
          <a:p>
            <a:pPr>
              <a:defRPr sz="2200"/>
            </a:pPr>
            <a:r>
              <a:t>但它本身不是万能修正，task3 仍然偏低。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 oldweight 不适合写成通用组件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ugen03 变成 85.42 / 52.39 / 39.81。</a:t>
            </a:r>
          </a:p>
          <a:p>
            <a:pPr>
              <a:defRPr sz="2200"/>
            </a:pPr>
            <a:r>
              <a:t>这说明 oldweight=3.125 不能机械地全局加入通用链。</a:t>
            </a:r>
          </a:p>
          <a:p>
            <a:pPr>
              <a:defRPr sz="2200"/>
            </a:pPr>
            <a:r>
              <a:t>它只有在更具体、更条件性的主线里才成立。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normNME 与 LwF 的地位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ugen04: normNME -&gt; 85.42 / 56.64 / 44.95</a:t>
            </a:r>
          </a:p>
          <a:p>
            <a:pPr>
              <a:defRPr sz="2200"/>
            </a:pPr>
            <a:r>
              <a:t>ugen05: +LwF -&gt; 85.42 / 55.86 / 46.22</a:t>
            </a:r>
          </a:p>
          <a:p>
            <a:pPr>
              <a:defRPr sz="2200"/>
            </a:pPr>
            <a:r>
              <a:t>说明这两项在更合理底座上仍然是最像“通用 continual 组件”的方法。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 affine 和 hybrid 也没成立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ugen06 affineall: 84.26 / 55.94 / 45.06</a:t>
            </a:r>
          </a:p>
          <a:p>
            <a:pPr>
              <a:defRPr sz="2200"/>
            </a:pPr>
            <a:r>
              <a:t>ugen07 hybridall: 84.26 / 55.17 / 45.99</a:t>
            </a:r>
          </a:p>
          <a:p>
            <a:pPr>
              <a:defRPr sz="2200"/>
            </a:pPr>
            <a:r>
              <a:t>把它们从 stage1/早期统一启用，并不会自然形成增益。</a:t>
            </a:r>
          </a:p>
          <a:p>
            <a:pPr>
              <a:defRPr sz="2200"/>
            </a:pPr>
            <a:r>
              <a:t>所以它们更适合被归类为条件性组件，而不是通用主线组件。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当前通用链结论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更合理底座：mem36 + replaymix2</a:t>
            </a:r>
          </a:p>
          <a:p>
            <a:pPr>
              <a:defRPr sz="2200"/>
            </a:pPr>
            <a:r>
              <a:t>成立的通用点：10,12,12、normalized NME、LwF</a:t>
            </a:r>
          </a:p>
          <a:p>
            <a:pPr>
              <a:defRPr sz="2200"/>
            </a:pPr>
            <a:r>
              <a:t>不成立的通用点：adapter 全开、全局 oldweight、affine 全开、hybrid 早期开启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和更强主线的关系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更强 fixed-budget 主线仍然是 s2ace00_ptblendnew02_stage101212_confirm。</a:t>
            </a:r>
          </a:p>
          <a:p>
            <a:pPr>
              <a:defRPr sz="2200"/>
            </a:pPr>
            <a:r>
              <a:t>通用链回答的是“哪些组件能写成普适方法”。</a:t>
            </a:r>
          </a:p>
          <a:p>
            <a:pPr>
              <a:defRPr sz="2200"/>
            </a:pPr>
            <a:r>
              <a:t>增强主线回答的是“针对当前场景瓶颈，哪些阶段性方法最有效”。</a:t>
            </a:r>
          </a:p>
          <a:p>
            <a:pPr>
              <a:defRPr sz="2200"/>
            </a:pPr>
            <a:r>
              <a:t>这两套材料在论文里应该分层叙述，而不是混在一起。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
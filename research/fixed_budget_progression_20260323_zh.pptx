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固定预算标准下的实验递进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跨被试类增量学习：AB -&gt; BC -&gt; CD</a:t>
            </a:r>
          </a:p>
          <a:p>
            <a:pPr>
              <a:defRPr sz="2200"/>
            </a:pPr>
            <a:r>
              <a:t>主标准：stage_epochs = 10,12,12</a:t>
            </a:r>
          </a:p>
          <a:p>
            <a:pPr>
              <a:defRPr sz="2200"/>
            </a:pPr>
            <a:r>
              <a:t>screen：1 seed；full：3 seeds</a:t>
            </a:r>
          </a:p>
          <a:p>
            <a:pPr>
              <a:defRPr sz="2200"/>
            </a:pPr>
            <a:r>
              <a:t>目标：在统一预算下比较旧任务保持与新任务学习的平衡</a:t>
            </a:r>
          </a:p>
          <a:p>
            <a:pPr>
              <a:defRPr sz="2200"/>
            </a:pPr>
            <a:r>
              <a:t>当前最可信主线：s2ace00 + new_only ptblend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为什么要改标准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最近一批 full 回到了默认 30/30/30，混入了训练时长效应。</a:t>
            </a:r>
          </a:p>
          <a:p>
            <a:pPr>
              <a:defRPr sz="2200"/>
            </a:pPr>
            <a:r>
              <a:t>重新检查后，10,12,12 口径下当前主线的 task3 明显更高。</a:t>
            </a:r>
          </a:p>
          <a:p>
            <a:pPr>
              <a:defRPr sz="2200"/>
            </a:pPr>
            <a:r>
              <a:t>连续学习论文更适合用固定预算比较，而不是各方法都长训到收敛。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最核心的场景判断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task2 的主要瓶颈是 subjects 4/5/6 的弱域适应，而不是单纯 forgetting。</a:t>
            </a:r>
          </a:p>
          <a:p>
            <a:pPr>
              <a:defRPr sz="2200"/>
            </a:pPr>
            <a:r>
              <a:t>joint(4,5,6) 上界说明：A=Left Hand 在新域并不是学不会。</a:t>
            </a:r>
          </a:p>
          <a:p>
            <a:pPr>
              <a:defRPr sz="2200"/>
            </a:pPr>
            <a:r>
              <a:t>因此真正该修的是：stage2 当前样本里，缺失旧类 A 被如何对待。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主线递进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baseline_confirm：85.80 / 59.85 / 37.23</a:t>
            </a:r>
          </a:p>
          <a:p>
            <a:pPr>
              <a:defRPr sz="2200"/>
            </a:pPr>
            <a:r>
              <a:t>no_contrastive_confirm：85.80 / 60.78 / 40.24</a:t>
            </a:r>
          </a:p>
          <a:p>
            <a:pPr>
              <a:defRPr sz="2200"/>
            </a:pPr>
            <a:r>
              <a:t>no_contrastive_adapter16_s2_confirm：85.34 / 61.52 / 41.34</a:t>
            </a:r>
          </a:p>
          <a:p>
            <a:pPr>
              <a:defRPr sz="2200"/>
            </a:pPr>
            <a:r>
              <a:t>说明：去掉 contrastive + 轻量 adapter 是最早的有效起点。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主线递进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lwf015_replaymix2_adapter16_mem36_oldweight25_confirm：85.73 / 58.49 / 42.72</a:t>
            </a:r>
          </a:p>
          <a:p>
            <a:pPr>
              <a:defRPr sz="2200"/>
            </a:pPr>
            <a:r>
              <a:t>lwf015_normnme_adapter16_mem36_oldweight25_confirm：86.11 / 59.46 / 44.85</a:t>
            </a:r>
          </a:p>
          <a:p>
            <a:pPr>
              <a:defRPr sz="2200"/>
            </a:pPr>
            <a:r>
              <a:t>lwf015_normnme_adapter16_mem36_oldweight30_stage101212_confirm：84.18 / 60.54 / 47.79</a:t>
            </a:r>
          </a:p>
          <a:p>
            <a:pPr>
              <a:defRPr sz="2200"/>
            </a:pPr>
            <a:r>
              <a:t>说明：oldweight + normNME + 合理 stage budget 让非 hybrid 主线成型。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主线递进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非 hybrid 成熟线：84.18 / 60.86 / 48.29</a:t>
            </a:r>
          </a:p>
          <a:p>
            <a:pPr>
              <a:defRPr sz="2200"/>
            </a:pPr>
            <a:r>
              <a:t>旧 fixed-budget best：84.18 / 60.75 / 49.36</a:t>
            </a:r>
          </a:p>
          <a:p>
            <a:pPr>
              <a:defRPr sz="2200"/>
            </a:pPr>
            <a:r>
              <a:t>当前 fixed-budget 主线：84.18 / 60.70 / 49.40</a:t>
            </a:r>
          </a:p>
          <a:p>
            <a:pPr>
              <a:defRPr sz="2200"/>
            </a:pPr>
            <a:r>
              <a:t>关键变化：从 stage3 specialist 逐渐转向更通用的 stage2 机制。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当前最佳方法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运行名：s2ace00_ptblendnew02_stage101212_confirm</a:t>
            </a:r>
          </a:p>
          <a:p>
            <a:pPr>
              <a:defRPr sz="2200"/>
            </a:pPr>
            <a:r>
              <a:t>结果：84.18 / 60.70 / 49.40</a:t>
            </a:r>
          </a:p>
          <a:p>
            <a:pPr>
              <a:defRPr sz="2200"/>
            </a:pPr>
            <a:r>
              <a:t>核心组成：s2ace00 + normNME + hybrid + new_only ptblend + adapter16 + affine + LwF + stage3 FD</a:t>
            </a:r>
          </a:p>
          <a:p>
            <a:pPr>
              <a:defRPr sz="2200"/>
            </a:pPr>
            <a:r>
              <a:t>优点：更通用、更可解释，比继续堆 stage3 技巧更适合论文叙事。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 s2ace00 有价值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s2ace00 是 stage2 asymmetric BCE：缺失旧类 A 不再在当前 B/C 样本上承受错误负压力。</a:t>
            </a:r>
          </a:p>
          <a:p>
            <a:pPr>
              <a:defRPr sz="2200"/>
            </a:pPr>
            <a:r>
              <a:t>它直接针对 task2 的核心缺口，而不是再去修 stage3 的局部 trade-off。</a:t>
            </a:r>
          </a:p>
          <a:p>
            <a:pPr>
              <a:defRPr sz="2200"/>
            </a:pPr>
            <a:r>
              <a:t>和 balanced finetune、stage2 replay trick 相比，它更简洁，也更有文献支撑。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近期尝试但未成立的方法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s2curce family：0.1 short 很强，但 0.1/0.05 的 full 都崩。</a:t>
            </a:r>
          </a:p>
          <a:p>
            <a:pPr>
              <a:defRPr sz="2200"/>
            </a:pPr>
            <a:r>
              <a:t>stage2 balanced finetune：方向有启发，但不如主线稳。</a:t>
            </a:r>
          </a:p>
          <a:p>
            <a:pPr>
              <a:defRPr sz="2200"/>
            </a:pPr>
            <a:r>
              <a:t>stage2-only feature distill 前移：没有让方法更通用。</a:t>
            </a:r>
          </a:p>
          <a:p>
            <a:pPr>
              <a:defRPr sz="2200"/>
            </a:pPr>
            <a:r>
              <a:t>单纯增加 stage2 训练预算到 14：没有提升 task2，反而破坏平衡。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简化主线的结论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noaffine full：84.18 / 61.57 / 49.58，说明 affine 有帮助但不是主驱动。</a:t>
            </a:r>
          </a:p>
          <a:p>
            <a:pPr>
              <a:defRPr sz="2200"/>
            </a:pPr>
            <a:r>
              <a:t>adapter8 full：85.96 / 61.39 / 49.11，可作更轻版本，但不是最佳。</a:t>
            </a:r>
          </a:p>
          <a:p>
            <a:pPr>
              <a:defRPr sz="2200"/>
            </a:pPr>
            <a:r>
              <a:t>adapter12 short 明显不行。</a:t>
            </a:r>
          </a:p>
          <a:p>
            <a:pPr>
              <a:defRPr sz="2200"/>
            </a:pPr>
            <a:r>
              <a:t>因此当前更像：保留 adapter16，是否保留 affine 取决于论文取舍。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关于 epochs 的最新结论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同主线在 10,12,12 下：84.72 / 60.96 / 50.54（short）</a:t>
            </a:r>
          </a:p>
          <a:p>
            <a:pPr>
              <a:defRPr sz="2200"/>
            </a:pPr>
            <a:r>
              <a:t>同主线在 30-epoch 口径下：近期结果反而混入了训练时长效应。</a:t>
            </a:r>
          </a:p>
          <a:p>
            <a:pPr>
              <a:defRPr sz="2200"/>
            </a:pPr>
            <a:r>
              <a:t>现在推荐：主表统一用 10,12,12；30/30/30 只作为补充收敛性检查。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后续更值得做的方向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继续围绕 stage2 的缺失旧类处理，而不是继续叠 stage3 patch。</a:t>
            </a:r>
          </a:p>
          <a:p>
            <a:pPr>
              <a:defRPr sz="2200"/>
            </a:pPr>
            <a:r>
              <a:t>优先尝试：更温和、更稳的 stage2 old-class treatment。</a:t>
            </a:r>
          </a:p>
          <a:p>
            <a:pPr>
              <a:defRPr sz="2200"/>
            </a:pPr>
            <a:r>
              <a:t>评价时固定看：task2、S4/S5/S6、A=Left Hand on 4/5/6、task3。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